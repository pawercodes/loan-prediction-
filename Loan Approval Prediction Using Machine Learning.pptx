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4010" y="619125"/>
            <a:ext cx="10827385" cy="1082675"/>
          </a:xfrm>
        </p:spPr>
        <p:txBody>
          <a:bodyPr/>
          <a:p>
            <a:r>
              <a:rPr lang="en-US" altLang="en-US" sz="3200" b="1"/>
              <a:t>   Loan Approval Prediction Using Machine Learning</a:t>
            </a:r>
            <a:endParaRPr lang="en-US" altLang="en-US" sz="32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3000" y="2747010"/>
            <a:ext cx="7423150" cy="2209800"/>
          </a:xfrm>
        </p:spPr>
        <p:txBody>
          <a:bodyPr/>
          <a:p>
            <a:pPr algn="l"/>
            <a:r>
              <a:rPr lang="en-US" sz="2400" b="1"/>
              <a:t>Submitted To:</a:t>
            </a:r>
            <a:r>
              <a:rPr lang="en-US" sz="2400"/>
              <a:t>Naviotech Solution pvt.Ltd</a:t>
            </a:r>
            <a:endParaRPr lang="en-US" sz="2400"/>
          </a:p>
          <a:p>
            <a:pPr algn="l"/>
            <a:r>
              <a:rPr lang="en-US" sz="2400" b="1"/>
              <a:t>Submitted By:</a:t>
            </a:r>
            <a:r>
              <a:rPr lang="en-US" sz="2400"/>
              <a:t> Priyanka Pawar</a:t>
            </a:r>
            <a:endParaRPr lang="en-US" sz="2400"/>
          </a:p>
          <a:p>
            <a:pPr algn="l"/>
            <a:r>
              <a:rPr lang="en-US" sz="2400" b="1"/>
              <a:t>Domain:</a:t>
            </a:r>
            <a:r>
              <a:rPr lang="en-US" sz="2400"/>
              <a:t>Artificial Intelligence/Machine Learning</a:t>
            </a:r>
            <a:endParaRPr lang="en-US" sz="2400"/>
          </a:p>
          <a:p>
            <a:pPr algn="l"/>
            <a:r>
              <a:rPr lang="en-US" sz="2400"/>
              <a:t>March 2016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4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sz="4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9355"/>
            <a:ext cx="7500620" cy="5214620"/>
          </a:xfrm>
        </p:spPr>
        <p:txBody>
          <a:bodyPr/>
          <a:p>
            <a:pPr marL="0" indent="0">
              <a:lnSpc>
                <a:spcPct val="9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Loan prediction is a Machine Learning project used to predict whether a loan will be approved or not.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Banks receive many loan applications.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This system helps banks: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Reduce risk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Save time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Make fast decisions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We use Machine Learning classification 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algorithm for prediction.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ChatGPT Image Mar 4, 2026, 05_34_27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8610" y="2206625"/>
            <a:ext cx="5534025" cy="4651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8475"/>
            <a:ext cx="10972800" cy="582613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Objective of Project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6905"/>
            <a:ext cx="10972800" cy="4484370"/>
          </a:xfrm>
        </p:spPr>
        <p:txBody>
          <a:bodyPr/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To predict loan approval status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To analyze applicant data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To build a classification model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To improve decision-making process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1945"/>
            <a:ext cx="10972800" cy="582613"/>
          </a:xfrm>
        </p:spPr>
        <p:txBody>
          <a:bodyPr/>
          <a:p>
            <a:b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Technologies Used</a:t>
            </a:r>
            <a:b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5750"/>
            <a:ext cx="10972800" cy="4572000"/>
          </a:xfrm>
        </p:spPr>
        <p:txBody>
          <a:bodyPr/>
          <a:p>
            <a:pPr>
              <a:lnSpc>
                <a:spcPct val="8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NumPy – Numerical operations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Pandas – Data handling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Seaborn – Data visualization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Scikit-learn – Machine Learning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SVM Algorithm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 Dataset Information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lnSpc>
                <a:spcPct val="4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Dataset contains details of loan applicants: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Gender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Married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Dependents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Education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Self Employed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Income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Loan Amount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Property Area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Loan Status (Target)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4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Target Variable: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40000"/>
              </a:lnSpc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4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   Loan_Status (Y = Approved, N = Not Approved)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51155"/>
            <a:ext cx="10972800" cy="582613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Data Preprocessing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3380"/>
            <a:ext cx="10972800" cy="4953000"/>
          </a:xfrm>
        </p:spPr>
        <p:txBody>
          <a:bodyPr/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Steps performed: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Checked missing values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Removed missing data using dropna()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Converted categorical data into numerical form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Replaced: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Y → 1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N → 0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3+ → 4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Data cleaning is important for accurate prediction.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1655"/>
            <a:ext cx="10972800" cy="582613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Data Visualization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87195"/>
            <a:ext cx="10972800" cy="4953000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Used Seaborn Countplot to analyze: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Education vs Loan Status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Marital Status vs Loan Status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This helps understand which category gets more loan approval.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6575"/>
            <a:ext cx="10972800" cy="582613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Feature Selection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28775"/>
            <a:ext cx="10972800" cy="4953000"/>
          </a:xfrm>
        </p:spPr>
        <p:txBody>
          <a:bodyPr/>
          <a:p>
            <a:pPr marL="0" indent="0">
              <a:lnSpc>
                <a:spcPct val="5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Separated: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X (Features) 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→ Input data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Y (Target)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 → Loan_Status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Then divided data into: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Training Data (90%)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Testing Data (10%)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Using: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train_test_split()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10210"/>
            <a:ext cx="10972800" cy="582613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Machine Learning Model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13865"/>
            <a:ext cx="10972800" cy="3928110"/>
          </a:xfrm>
        </p:spPr>
        <p:txBody>
          <a:bodyPr/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Used: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Support Vector Machine (SVM)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SVM is a classification algorithm.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It separates data using a hyperplane.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In this project: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svm.SVC(kernel='linear')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1990"/>
            <a:ext cx="10972800" cy="582613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Model Training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05305"/>
            <a:ext cx="10972800" cy="4953000"/>
          </a:xfrm>
        </p:spPr>
        <p:txBody>
          <a:bodyPr/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Model trained using training data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Used .fit() function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After training: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Model learned patterns from data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mod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105" y="2990850"/>
            <a:ext cx="551053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6400"/>
            <a:ext cx="10972800" cy="582613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Accuracy Result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96695"/>
            <a:ext cx="10972800" cy="4631055"/>
          </a:xfrm>
        </p:spPr>
        <p:txBody>
          <a:bodyPr/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Accuracy on Training Data :  0.7986111111111112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Accuracy on Testing Data : 0.8333333333333334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Accuracy Score calculated using: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accuracy_score()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Higher accuracy means better prediction performance.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09625"/>
            <a:ext cx="10972800" cy="582613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58695"/>
            <a:ext cx="10972800" cy="4953000"/>
          </a:xfrm>
        </p:spPr>
        <p:txBody>
          <a:bodyPr/>
          <a:p>
            <a:pPr>
              <a:lnSpc>
                <a:spcPct val="7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Successfully built Loan Prediction Model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Used SVM algorithm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Performed data cleaning &amp; visualization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Achieved good accuracy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Can help banks in decision making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2150</Words>
  <Application>WPS Presentation</Application>
  <PresentationFormat>Widescreen</PresentationFormat>
  <Paragraphs>166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Gear Drives</vt:lpstr>
      <vt:lpstr>   Loan Approval Prediction Using Machine Learning</vt:lpstr>
      <vt:lpstr>Introduction</vt:lpstr>
      <vt:lpstr>Objective of Project</vt:lpstr>
      <vt:lpstr> Technologies Used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ABC</dc:creator>
  <cp:lastModifiedBy>Subhabh Pawer</cp:lastModifiedBy>
  <cp:revision>5</cp:revision>
  <dcterms:created xsi:type="dcterms:W3CDTF">2025-07-23T00:59:00Z</dcterms:created>
  <dcterms:modified xsi:type="dcterms:W3CDTF">2026-03-04T15:58:15Z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CA9346D7985D48338DECF40BF2878CE0_11</vt:lpwstr>
  </property>
  <property fmtid="{D5CDD505-2E9C-101B-9397-08002B2CF9AE}" pid="3" name="KSOProductBuildVer">
    <vt:lpwstr>1033-12.2.0.23196</vt:lpwstr>
  </property>
</Properties>
</file>